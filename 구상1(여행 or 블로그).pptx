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0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0527-91B0-492F-9722-7542B88A279F}" type="datetimeFigureOut">
              <a:rPr lang="ko-KR" altLang="en-US" smtClean="0"/>
              <a:t>2023-03-07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C418-D1BF-4E9A-8698-B614D42EC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238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0527-91B0-492F-9722-7542B88A279F}" type="datetimeFigureOut">
              <a:rPr lang="ko-KR" altLang="en-US" smtClean="0"/>
              <a:t>2023-03-07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C418-D1BF-4E9A-8698-B614D42EC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17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0527-91B0-492F-9722-7542B88A279F}" type="datetimeFigureOut">
              <a:rPr lang="ko-KR" altLang="en-US" smtClean="0"/>
              <a:t>2023-03-07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C418-D1BF-4E9A-8698-B614D42EC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260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0527-91B0-492F-9722-7542B88A279F}" type="datetimeFigureOut">
              <a:rPr lang="ko-KR" altLang="en-US" smtClean="0"/>
              <a:t>2023-03-07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C418-D1BF-4E9A-8698-B614D42EC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530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0527-91B0-492F-9722-7542B88A279F}" type="datetimeFigureOut">
              <a:rPr lang="ko-KR" altLang="en-US" smtClean="0"/>
              <a:t>2023-03-07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C418-D1BF-4E9A-8698-B614D42EC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506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0527-91B0-492F-9722-7542B88A279F}" type="datetimeFigureOut">
              <a:rPr lang="ko-KR" altLang="en-US" smtClean="0"/>
              <a:t>2023-03-07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C418-D1BF-4E9A-8698-B614D42EC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96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0527-91B0-492F-9722-7542B88A279F}" type="datetimeFigureOut">
              <a:rPr lang="ko-KR" altLang="en-US" smtClean="0"/>
              <a:t>2023-03-07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C418-D1BF-4E9A-8698-B614D42EC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633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0527-91B0-492F-9722-7542B88A279F}" type="datetimeFigureOut">
              <a:rPr lang="ko-KR" altLang="en-US" smtClean="0"/>
              <a:t>2023-03-07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C418-D1BF-4E9A-8698-B614D42EC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551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0527-91B0-492F-9722-7542B88A279F}" type="datetimeFigureOut">
              <a:rPr lang="ko-KR" altLang="en-US" smtClean="0"/>
              <a:t>2023-03-07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C418-D1BF-4E9A-8698-B614D42EC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426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0527-91B0-492F-9722-7542B88A279F}" type="datetimeFigureOut">
              <a:rPr lang="ko-KR" altLang="en-US" smtClean="0"/>
              <a:t>2023-03-07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C418-D1BF-4E9A-8698-B614D42EC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29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330527-91B0-492F-9722-7542B88A279F}" type="datetimeFigureOut">
              <a:rPr lang="ko-KR" altLang="en-US" smtClean="0"/>
              <a:t>2023-03-07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DC418-D1BF-4E9A-8698-B614D42EC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5194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30527-91B0-492F-9722-7542B88A279F}" type="datetimeFigureOut">
              <a:rPr lang="ko-KR" altLang="en-US" smtClean="0"/>
              <a:t>2023-03-07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3DC418-D1BF-4E9A-8698-B614D42EC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455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/>
          <p:cNvSpPr/>
          <p:nvPr/>
        </p:nvSpPr>
        <p:spPr>
          <a:xfrm>
            <a:off x="1219200" y="3954107"/>
            <a:ext cx="942975" cy="39330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0"/>
            <a:ext cx="12192000" cy="4812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97305" y="481263"/>
            <a:ext cx="11197390" cy="63767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97305" y="481264"/>
            <a:ext cx="4042611" cy="63927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764505" y="481263"/>
            <a:ext cx="6930190" cy="19892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764505" y="2675020"/>
            <a:ext cx="6930190" cy="19892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764505" y="4884819"/>
            <a:ext cx="6930190" cy="19892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305" y="3616812"/>
            <a:ext cx="457883" cy="457883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038258" y="3616811"/>
            <a:ext cx="457883" cy="457883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1076997" y="794428"/>
            <a:ext cx="2883225" cy="36692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1076997" y="4664241"/>
            <a:ext cx="2883225" cy="19932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 has been the. What is Lorem Ipsum?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 is simply dummy text of the printing Lorem Ipsum has been the. What is Lorem Ipsum?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 is……</a:t>
            </a:r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5245768" y="2149642"/>
            <a:ext cx="1459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7491663" y="2149642"/>
            <a:ext cx="1459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9833810" y="2149642"/>
            <a:ext cx="1459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5245768" y="4347411"/>
            <a:ext cx="1459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7491663" y="4347411"/>
            <a:ext cx="1459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9833810" y="4347411"/>
            <a:ext cx="1459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4764505" y="4884819"/>
            <a:ext cx="6930190" cy="441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4764504" y="5325976"/>
            <a:ext cx="6922170" cy="441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4764504" y="5767133"/>
            <a:ext cx="6930191" cy="441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4764504" y="6212303"/>
            <a:ext cx="6922170" cy="441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454191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ABOUT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72338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ABOUT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90485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ABOUT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08632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LOGIN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7305" y="114164"/>
            <a:ext cx="1074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Arial Black" panose="020B0A04020102020204" pitchFamily="34" charset="0"/>
              </a:rPr>
              <a:t>MAPER</a:t>
            </a:r>
            <a:endParaRPr lang="ko-KR" altLang="en-US" sz="1600" dirty="0">
              <a:latin typeface="Arial Black" panose="020B0A0402010202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565027" y="4012260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1000</a:t>
            </a:r>
            <a:endParaRPr lang="ko-KR" altLang="en-US" sz="1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1285875" y="4007634"/>
            <a:ext cx="286251" cy="286251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사각형 설명선 40"/>
          <p:cNvSpPr/>
          <p:nvPr/>
        </p:nvSpPr>
        <p:spPr>
          <a:xfrm>
            <a:off x="4876800" y="595427"/>
            <a:ext cx="5486400" cy="1034372"/>
          </a:xfrm>
          <a:prstGeom prst="wedgeRoundRectCallout">
            <a:avLst>
              <a:gd name="adj1" fmla="val -41787"/>
              <a:gd name="adj2" fmla="val 859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한국문화관광연구원</a:t>
            </a:r>
            <a:r>
              <a:rPr lang="en-US" altLang="ko-KR" sz="1400" b="1" dirty="0"/>
              <a:t>_</a:t>
            </a:r>
            <a:r>
              <a:rPr lang="ko-KR" altLang="en-US" sz="1400" b="1" dirty="0" smtClean="0"/>
              <a:t>출입국관광통계서비스 </a:t>
            </a:r>
            <a:r>
              <a:rPr lang="en-US" altLang="ko-KR" sz="1400" b="1" dirty="0" smtClean="0"/>
              <a:t>API</a:t>
            </a:r>
          </a:p>
          <a:p>
            <a:pPr algn="ctr"/>
            <a:r>
              <a:rPr lang="ko-KR" altLang="en-US" sz="1400" b="1" dirty="0" smtClean="0"/>
              <a:t>사용하여 이번 연도 또는 월 누적 여행객이 많은 국가 순위</a:t>
            </a:r>
            <a:endParaRPr lang="ko-KR" altLang="en-US" sz="1400" dirty="0"/>
          </a:p>
        </p:txBody>
      </p:sp>
      <p:sp>
        <p:nvSpPr>
          <p:cNvPr id="42" name="모서리가 둥근 사각형 설명선 41"/>
          <p:cNvSpPr/>
          <p:nvPr/>
        </p:nvSpPr>
        <p:spPr>
          <a:xfrm>
            <a:off x="4876800" y="2857980"/>
            <a:ext cx="5486400" cy="1034372"/>
          </a:xfrm>
          <a:prstGeom prst="wedgeRoundRectCallout">
            <a:avLst>
              <a:gd name="adj1" fmla="val -41787"/>
              <a:gd name="adj2" fmla="val 859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/>
              <a:t>게시판 등록된 글 데이터 참조하여 가장 많은 여행 일자</a:t>
            </a:r>
            <a:endParaRPr lang="en-US" altLang="ko-KR" sz="1400" b="1" dirty="0" smtClean="0"/>
          </a:p>
          <a:p>
            <a:pPr algn="ctr"/>
            <a:r>
              <a:rPr lang="ko-KR" altLang="en-US" sz="1400" b="1" dirty="0" smtClean="0"/>
              <a:t>예시 </a:t>
            </a:r>
            <a:r>
              <a:rPr lang="en-US" altLang="ko-KR" sz="1400" b="1" dirty="0" smtClean="0"/>
              <a:t>: 2</a:t>
            </a:r>
            <a:r>
              <a:rPr lang="ko-KR" altLang="en-US" sz="1400" b="1" dirty="0" smtClean="0"/>
              <a:t>박 </a:t>
            </a:r>
            <a:r>
              <a:rPr lang="en-US" altLang="ko-KR" sz="1400" b="1" dirty="0" smtClean="0"/>
              <a:t>3</a:t>
            </a:r>
            <a:r>
              <a:rPr lang="ko-KR" altLang="en-US" sz="1400" b="1" dirty="0" smtClean="0"/>
              <a:t>일</a:t>
            </a:r>
            <a:r>
              <a:rPr lang="en-US" altLang="ko-KR" sz="1400" b="1" dirty="0"/>
              <a:t> </a:t>
            </a:r>
            <a:r>
              <a:rPr lang="ko-KR" altLang="en-US" sz="1400" b="1" dirty="0" smtClean="0"/>
              <a:t>등</a:t>
            </a:r>
            <a:endParaRPr lang="ko-KR" altLang="en-US" sz="1400" dirty="0"/>
          </a:p>
        </p:txBody>
      </p:sp>
      <p:sp>
        <p:nvSpPr>
          <p:cNvPr id="43" name="모서리가 둥근 사각형 설명선 42"/>
          <p:cNvSpPr/>
          <p:nvPr/>
        </p:nvSpPr>
        <p:spPr>
          <a:xfrm>
            <a:off x="4876800" y="4800946"/>
            <a:ext cx="5486400" cy="1034372"/>
          </a:xfrm>
          <a:prstGeom prst="wedgeRoundRectCallout">
            <a:avLst>
              <a:gd name="adj1" fmla="val -41787"/>
              <a:gd name="adj2" fmla="val 859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/>
              <a:t>가장 최근 등록된 글 목록</a:t>
            </a:r>
            <a:endParaRPr lang="ko-KR" altLang="en-US" sz="1400" dirty="0"/>
          </a:p>
        </p:txBody>
      </p:sp>
      <p:sp>
        <p:nvSpPr>
          <p:cNvPr id="44" name="모서리가 둥근 사각형 설명선 43"/>
          <p:cNvSpPr/>
          <p:nvPr/>
        </p:nvSpPr>
        <p:spPr>
          <a:xfrm>
            <a:off x="1180584" y="1364346"/>
            <a:ext cx="2673188" cy="1034372"/>
          </a:xfrm>
          <a:prstGeom prst="wedgeRoundRectCallout">
            <a:avLst>
              <a:gd name="adj1" fmla="val -41787"/>
              <a:gd name="adj2" fmla="val 859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당월 좋아요 가장 많이 받은</a:t>
            </a:r>
            <a:endParaRPr lang="en-US" altLang="ko-KR" sz="1400" dirty="0" smtClean="0"/>
          </a:p>
          <a:p>
            <a:pPr algn="ctr"/>
            <a:r>
              <a:rPr lang="ko-KR" altLang="en-US" sz="1400" dirty="0" smtClean="0"/>
              <a:t>글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6042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4812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97305" y="481263"/>
            <a:ext cx="11197390" cy="63767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97306" y="481264"/>
            <a:ext cx="2454442" cy="63927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454191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ABOUT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72338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ABOUT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90485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ABOUT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08632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LOGIN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7305" y="114164"/>
            <a:ext cx="1074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Arial Black" panose="020B0A04020102020204" pitchFamily="34" charset="0"/>
              </a:rPr>
              <a:t>MAPER</a:t>
            </a:r>
            <a:endParaRPr lang="ko-KR" altLang="en-US" sz="1600" dirty="0">
              <a:latin typeface="Arial Black" panose="020B0A04020102020204" pitchFamily="34" charset="0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3641559" y="6224337"/>
            <a:ext cx="7555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>
            <a:off x="3641559" y="5261810"/>
            <a:ext cx="7555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3641559" y="4299284"/>
            <a:ext cx="7555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3641559" y="3336757"/>
            <a:ext cx="7555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3641559" y="2454442"/>
            <a:ext cx="7555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3641559" y="1491915"/>
            <a:ext cx="75558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263823" y="635650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3641559" y="1051229"/>
            <a:ext cx="1235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latin typeface="Arial Black" panose="020B0A04020102020204" pitchFamily="34" charset="0"/>
              </a:rPr>
              <a:t>List1</a:t>
            </a:r>
            <a:endParaRPr lang="ko-KR" altLang="en-US" sz="2000" dirty="0">
              <a:latin typeface="Arial Black" panose="020B0A0402010202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5642" y="1051229"/>
            <a:ext cx="1235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latin typeface="Arial Black" panose="020B0A04020102020204" pitchFamily="34" charset="0"/>
              </a:rPr>
              <a:t>ABOUT</a:t>
            </a:r>
            <a:endParaRPr lang="ko-KR" altLang="en-US" sz="2000" dirty="0">
              <a:latin typeface="Arial Black" panose="020B0A0402010202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54505" y="1398203"/>
            <a:ext cx="1235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 smtClean="0">
                <a:latin typeface="Franklin Gothic Medium" panose="020B0603020102020204" pitchFamily="34" charset="0"/>
              </a:rPr>
              <a:t>ㄴ</a:t>
            </a:r>
            <a:r>
              <a:rPr lang="ko-KR" altLang="en-US" sz="1600" dirty="0" smtClean="0">
                <a:latin typeface="Franklin Gothic Medium" panose="020B0603020102020204" pitchFamily="34" charset="0"/>
              </a:rPr>
              <a:t>   </a:t>
            </a:r>
            <a:r>
              <a:rPr lang="en-US" altLang="ko-KR" sz="1600" dirty="0" smtClean="0">
                <a:latin typeface="Franklin Gothic Medium" panose="020B0603020102020204" pitchFamily="34" charset="0"/>
              </a:rPr>
              <a:t>List1</a:t>
            </a:r>
            <a:endParaRPr lang="ko-KR" altLang="en-US" sz="1600" dirty="0">
              <a:latin typeface="Franklin Gothic Medium" panose="020B060302010202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54505" y="1736757"/>
            <a:ext cx="1235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 smtClean="0">
                <a:latin typeface="Franklin Gothic Medium" panose="020B0603020102020204" pitchFamily="34" charset="0"/>
              </a:rPr>
              <a:t>ㄴ</a:t>
            </a:r>
            <a:r>
              <a:rPr lang="ko-KR" altLang="en-US" sz="1600" dirty="0" smtClean="0">
                <a:latin typeface="Franklin Gothic Medium" panose="020B0603020102020204" pitchFamily="34" charset="0"/>
              </a:rPr>
              <a:t>   </a:t>
            </a:r>
            <a:r>
              <a:rPr lang="en-US" altLang="ko-KR" sz="1600" dirty="0" smtClean="0">
                <a:latin typeface="Franklin Gothic Medium" panose="020B0603020102020204" pitchFamily="34" charset="0"/>
              </a:rPr>
              <a:t>List2</a:t>
            </a:r>
            <a:endParaRPr lang="ko-KR" altLang="en-US" sz="1600" dirty="0">
              <a:latin typeface="Franklin Gothic Medium" panose="020B0603020102020204" pitchFamily="34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641558" y="1624079"/>
            <a:ext cx="786063" cy="698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3641558" y="2548796"/>
            <a:ext cx="786063" cy="698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3641558" y="3468922"/>
            <a:ext cx="786063" cy="698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/>
          <p:cNvSpPr/>
          <p:nvPr/>
        </p:nvSpPr>
        <p:spPr>
          <a:xfrm>
            <a:off x="3641558" y="4431448"/>
            <a:ext cx="786063" cy="698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/>
          <p:cNvSpPr/>
          <p:nvPr/>
        </p:nvSpPr>
        <p:spPr>
          <a:xfrm>
            <a:off x="3641558" y="5393973"/>
            <a:ext cx="786063" cy="6981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625642" y="2428273"/>
            <a:ext cx="1235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latin typeface="Arial Black" panose="020B0A04020102020204" pitchFamily="34" charset="0"/>
              </a:rPr>
              <a:t>ABOUT</a:t>
            </a:r>
            <a:endParaRPr lang="ko-KR" altLang="en-US" sz="2000" dirty="0">
              <a:latin typeface="Arial Black" panose="020B0A04020102020204" pitchFamily="34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54505" y="2775247"/>
            <a:ext cx="1235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 smtClean="0">
                <a:latin typeface="Franklin Gothic Medium" panose="020B0603020102020204" pitchFamily="34" charset="0"/>
              </a:rPr>
              <a:t>ㄴ</a:t>
            </a:r>
            <a:r>
              <a:rPr lang="ko-KR" altLang="en-US" sz="1600" dirty="0" smtClean="0">
                <a:latin typeface="Franklin Gothic Medium" panose="020B0603020102020204" pitchFamily="34" charset="0"/>
              </a:rPr>
              <a:t>   </a:t>
            </a:r>
            <a:r>
              <a:rPr lang="en-US" altLang="ko-KR" sz="1600" dirty="0" smtClean="0">
                <a:latin typeface="Franklin Gothic Medium" panose="020B0603020102020204" pitchFamily="34" charset="0"/>
              </a:rPr>
              <a:t>List1</a:t>
            </a:r>
            <a:endParaRPr lang="ko-KR" altLang="en-US" sz="1600" dirty="0">
              <a:latin typeface="Franklin Gothic Medium" panose="020B06030201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54505" y="3113801"/>
            <a:ext cx="1235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 smtClean="0">
                <a:latin typeface="Franklin Gothic Medium" panose="020B0603020102020204" pitchFamily="34" charset="0"/>
              </a:rPr>
              <a:t>ㄴ</a:t>
            </a:r>
            <a:r>
              <a:rPr lang="ko-KR" altLang="en-US" sz="1600" dirty="0" smtClean="0">
                <a:latin typeface="Franklin Gothic Medium" panose="020B0603020102020204" pitchFamily="34" charset="0"/>
              </a:rPr>
              <a:t>   </a:t>
            </a:r>
            <a:r>
              <a:rPr lang="en-US" altLang="ko-KR" sz="1600" dirty="0" smtClean="0">
                <a:latin typeface="Franklin Gothic Medium" panose="020B0603020102020204" pitchFamily="34" charset="0"/>
              </a:rPr>
              <a:t>List2</a:t>
            </a:r>
            <a:endParaRPr lang="ko-KR" altLang="en-US" sz="1600" dirty="0">
              <a:latin typeface="Franklin Gothic Medium" panose="020B0603020102020204" pitchFamily="34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25642" y="3819109"/>
            <a:ext cx="1235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latin typeface="Arial Black" panose="020B0A04020102020204" pitchFamily="34" charset="0"/>
              </a:rPr>
              <a:t>ABOUT</a:t>
            </a:r>
            <a:endParaRPr lang="ko-KR" altLang="en-US" sz="2000" dirty="0">
              <a:latin typeface="Arial Black" panose="020B0A040201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54505" y="4166083"/>
            <a:ext cx="1235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 smtClean="0">
                <a:latin typeface="Franklin Gothic Medium" panose="020B0603020102020204" pitchFamily="34" charset="0"/>
              </a:rPr>
              <a:t>ㄴ</a:t>
            </a:r>
            <a:r>
              <a:rPr lang="ko-KR" altLang="en-US" sz="1600" dirty="0" smtClean="0">
                <a:latin typeface="Franklin Gothic Medium" panose="020B0603020102020204" pitchFamily="34" charset="0"/>
              </a:rPr>
              <a:t>   </a:t>
            </a:r>
            <a:r>
              <a:rPr lang="en-US" altLang="ko-KR" sz="1600" dirty="0" smtClean="0">
                <a:latin typeface="Franklin Gothic Medium" panose="020B0603020102020204" pitchFamily="34" charset="0"/>
              </a:rPr>
              <a:t>List1</a:t>
            </a:r>
            <a:endParaRPr lang="ko-KR" altLang="en-US" sz="1600" dirty="0">
              <a:latin typeface="Franklin Gothic Medium" panose="020B06030201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54505" y="4504637"/>
            <a:ext cx="12352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 smtClean="0">
                <a:latin typeface="Franklin Gothic Medium" panose="020B0603020102020204" pitchFamily="34" charset="0"/>
              </a:rPr>
              <a:t>ㄴ</a:t>
            </a:r>
            <a:r>
              <a:rPr lang="ko-KR" altLang="en-US" sz="1600" dirty="0" smtClean="0">
                <a:latin typeface="Franklin Gothic Medium" panose="020B0603020102020204" pitchFamily="34" charset="0"/>
              </a:rPr>
              <a:t>   </a:t>
            </a:r>
            <a:r>
              <a:rPr lang="en-US" altLang="ko-KR" sz="1600" dirty="0" smtClean="0">
                <a:latin typeface="Franklin Gothic Medium" panose="020B0603020102020204" pitchFamily="34" charset="0"/>
              </a:rPr>
              <a:t>List2</a:t>
            </a:r>
            <a:endParaRPr lang="ko-KR" altLang="en-US" sz="1600" dirty="0">
              <a:latin typeface="Franklin Gothic Medium" panose="020B06030201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411328" y="1834678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7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376612" y="1834678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10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411328" y="2714125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7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376612" y="2714125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10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411328" y="3658057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7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376612" y="3658057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10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411328" y="4642048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7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376612" y="4642048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10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411328" y="5608723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7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376612" y="5608723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10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7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4812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97305" y="481263"/>
            <a:ext cx="11197390" cy="63767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737809" y="481264"/>
            <a:ext cx="4716382" cy="639277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454191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ABOUT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72338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ABOUT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90485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ABOUT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08632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LOGIN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7305" y="114164"/>
            <a:ext cx="1074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Arial Black" panose="020B0A04020102020204" pitchFamily="34" charset="0"/>
              </a:rPr>
              <a:t>MAPER</a:t>
            </a:r>
            <a:endParaRPr lang="ko-KR" altLang="en-US" sz="1600" dirty="0">
              <a:latin typeface="Arial Black" panose="020B0A04020102020204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487778" y="5442287"/>
            <a:ext cx="3216443" cy="2695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Lorem Ipsum?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 is simply dummy text of the printing and typesetting industry. Lorem Ipsum has been </a:t>
            </a:r>
            <a:r>
              <a:rPr lang="en-US" altLang="ko-K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the. What is Lorem Ipsum?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 is simply dummy text of the printing and typesetting industry. Lorem Ipsum has been the.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Lorem Ipsum?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Lorem Ipsum is simply dummy text of the printing and typesetting industry. Lorem Ipsum has been the.</a:t>
            </a:r>
          </a:p>
          <a:p>
            <a:pPr algn="ctr"/>
            <a:endParaRPr lang="en-US" altLang="ko-K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4487778" y="1335504"/>
            <a:ext cx="3216443" cy="296377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10162674" y="6148139"/>
            <a:ext cx="641684" cy="6416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타원 54"/>
          <p:cNvSpPr/>
          <p:nvPr/>
        </p:nvSpPr>
        <p:spPr>
          <a:xfrm>
            <a:off x="11053011" y="6148139"/>
            <a:ext cx="641684" cy="64168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연결선 11"/>
          <p:cNvCxnSpPr/>
          <p:nvPr/>
        </p:nvCxnSpPr>
        <p:spPr>
          <a:xfrm>
            <a:off x="11177337" y="6377238"/>
            <a:ext cx="393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/>
          <p:cNvCxnSpPr/>
          <p:nvPr/>
        </p:nvCxnSpPr>
        <p:spPr>
          <a:xfrm>
            <a:off x="11177337" y="6470106"/>
            <a:ext cx="393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/>
          <p:cNvCxnSpPr/>
          <p:nvPr/>
        </p:nvCxnSpPr>
        <p:spPr>
          <a:xfrm>
            <a:off x="11177337" y="6560594"/>
            <a:ext cx="393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사각형 설명선 16"/>
          <p:cNvSpPr/>
          <p:nvPr/>
        </p:nvSpPr>
        <p:spPr>
          <a:xfrm>
            <a:off x="8826080" y="4059419"/>
            <a:ext cx="2673188" cy="1034372"/>
          </a:xfrm>
          <a:prstGeom prst="wedgeRoundRectCallout">
            <a:avLst>
              <a:gd name="adj1" fmla="val 7422"/>
              <a:gd name="adj2" fmla="val 1387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err="1" smtClean="0"/>
              <a:t>플로팅</a:t>
            </a:r>
            <a:r>
              <a:rPr lang="ko-KR" altLang="en-US" sz="1400" dirty="0" smtClean="0"/>
              <a:t> 버튼</a:t>
            </a:r>
            <a:endParaRPr lang="en-US" altLang="ko-KR" sz="1400" dirty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왼쪽 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좋아요</a:t>
            </a:r>
            <a:endParaRPr lang="en-US" altLang="ko-KR" sz="1400" dirty="0" smtClean="0"/>
          </a:p>
          <a:p>
            <a:r>
              <a:rPr lang="ko-KR" altLang="en-US" sz="1400" dirty="0" smtClean="0"/>
              <a:t>오른쪽 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목록으로 </a:t>
            </a:r>
            <a:r>
              <a:rPr lang="ko-KR" altLang="en-US" sz="1400" dirty="0" err="1" smtClean="0"/>
              <a:t>돌아기기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33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4812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497305" y="481263"/>
            <a:ext cx="11197390" cy="63767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454191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ABOUT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272338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ABOUT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90485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ABOUT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08632" y="114164"/>
            <a:ext cx="7860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 smtClean="0">
                <a:latin typeface="Arial Black" panose="020B0A04020102020204" pitchFamily="34" charset="0"/>
              </a:rPr>
              <a:t>LOGIN</a:t>
            </a:r>
            <a:endParaRPr lang="ko-KR" altLang="en-US" sz="1200" dirty="0">
              <a:latin typeface="Arial Black" panose="020B0A040201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7305" y="114164"/>
            <a:ext cx="1074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Arial Black" panose="020B0A04020102020204" pitchFamily="34" charset="0"/>
              </a:rPr>
              <a:t>MAPER</a:t>
            </a:r>
            <a:endParaRPr lang="ko-KR" altLang="en-US" sz="1600" dirty="0">
              <a:latin typeface="Arial Black" panose="020B0A040201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46484" y="770021"/>
            <a:ext cx="10070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별점을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메인으로</a:t>
            </a:r>
            <a:r>
              <a:rPr lang="ko-KR" altLang="en-US" dirty="0" smtClean="0"/>
              <a:t> 진행하려 했으나 너무 많은 분류와 모델명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장소명</a:t>
            </a:r>
            <a:r>
              <a:rPr lang="ko-KR" altLang="en-US" dirty="0"/>
              <a:t> </a:t>
            </a:r>
            <a:r>
              <a:rPr lang="ko-KR" altLang="en-US" dirty="0" smtClean="0"/>
              <a:t>등으로 총합 </a:t>
            </a:r>
            <a:r>
              <a:rPr lang="ko-KR" altLang="en-US" dirty="0" err="1" smtClean="0"/>
              <a:t>별점</a:t>
            </a:r>
            <a:r>
              <a:rPr lang="ko-KR" altLang="en-US" dirty="0" smtClean="0"/>
              <a:t> 확인 불가</a:t>
            </a:r>
            <a:endParaRPr lang="en-US" altLang="ko-KR" dirty="0" smtClean="0"/>
          </a:p>
          <a:p>
            <a:r>
              <a:rPr lang="ko-KR" altLang="en-US" dirty="0" smtClean="0"/>
              <a:t>데이터 양이 너무 많고 정확한 결과 출력 어려움</a:t>
            </a:r>
            <a:endParaRPr lang="ko-KR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946484" y="1506452"/>
            <a:ext cx="6268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메인을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별점에서</a:t>
            </a:r>
            <a:r>
              <a:rPr lang="ko-KR" altLang="en-US" dirty="0"/>
              <a:t> </a:t>
            </a:r>
            <a:r>
              <a:rPr lang="en-US" altLang="ko-KR" dirty="0" smtClean="0"/>
              <a:t>‘</a:t>
            </a:r>
            <a:r>
              <a:rPr lang="ko-KR" altLang="en-US" dirty="0" smtClean="0"/>
              <a:t>이미지가 다중 포함된 게시판</a:t>
            </a:r>
            <a:r>
              <a:rPr lang="en-US" altLang="ko-KR" dirty="0" smtClean="0"/>
              <a:t>＇</a:t>
            </a:r>
            <a:r>
              <a:rPr lang="ko-KR" altLang="en-US" dirty="0" smtClean="0"/>
              <a:t>으로 변경</a:t>
            </a:r>
            <a:endParaRPr lang="en-US" altLang="ko-KR" dirty="0" smtClean="0"/>
          </a:p>
          <a:p>
            <a:r>
              <a:rPr lang="ko-KR" altLang="en-US" dirty="0" smtClean="0"/>
              <a:t>예시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인스타그램</a:t>
            </a:r>
            <a:r>
              <a:rPr lang="ko-KR" altLang="en-US" dirty="0" smtClean="0"/>
              <a:t> </a:t>
            </a:r>
            <a:r>
              <a:rPr lang="en-US" altLang="ko-KR" dirty="0" smtClean="0"/>
              <a:t>, </a:t>
            </a:r>
            <a:r>
              <a:rPr lang="ko-KR" altLang="en-US" dirty="0" smtClean="0"/>
              <a:t>페이스북 등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946484" y="2310880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주제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여행 기록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946484" y="2770312"/>
            <a:ext cx="8244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내용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여행 하면서 들렸던 장소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음식점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감정 등을 블로그 후기 느낌으로 작성</a:t>
            </a:r>
            <a:endParaRPr lang="en-US" altLang="ko-KR" dirty="0" smtClean="0"/>
          </a:p>
          <a:p>
            <a:r>
              <a:rPr lang="ko-KR" altLang="en-US" dirty="0" smtClean="0"/>
              <a:t>만족도를 </a:t>
            </a:r>
            <a:r>
              <a:rPr lang="ko-KR" altLang="en-US" dirty="0" err="1" smtClean="0"/>
              <a:t>별점으로</a:t>
            </a:r>
            <a:r>
              <a:rPr lang="ko-KR" altLang="en-US" dirty="0" smtClean="0"/>
              <a:t> 표현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946484" y="4034172"/>
            <a:ext cx="5968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비회원 시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메인화면만</a:t>
            </a:r>
            <a:r>
              <a:rPr lang="ko-KR" altLang="en-US" dirty="0" smtClean="0"/>
              <a:t> 출력 글을 보려면 로그인 해야함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946484" y="4659635"/>
            <a:ext cx="5942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회원 </a:t>
            </a:r>
            <a:r>
              <a:rPr lang="en-US" altLang="ko-KR" dirty="0" smtClean="0"/>
              <a:t>: </a:t>
            </a:r>
            <a:r>
              <a:rPr lang="ko-KR" altLang="en-US" dirty="0" smtClean="0"/>
              <a:t>글쓰기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삭제</a:t>
            </a:r>
            <a:r>
              <a:rPr lang="en-US" altLang="ko-KR" dirty="0" smtClean="0"/>
              <a:t>,</a:t>
            </a:r>
            <a:r>
              <a:rPr lang="ko-KR" altLang="en-US" dirty="0" smtClean="0"/>
              <a:t> 좋아요 기능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마이페이지</a:t>
            </a:r>
            <a:r>
              <a:rPr lang="ko-KR" altLang="en-US" dirty="0" smtClean="0"/>
              <a:t> 구현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946484" y="6159756"/>
            <a:ext cx="2400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/>
              <a:t>마이페이지</a:t>
            </a:r>
            <a:r>
              <a:rPr lang="ko-KR" altLang="en-US" dirty="0" smtClean="0"/>
              <a:t>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미구현</a:t>
            </a:r>
            <a:r>
              <a:rPr lang="en-US" altLang="ko-KR" dirty="0" smtClean="0"/>
              <a:t>…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946484" y="5100432"/>
            <a:ext cx="50145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출석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글작성</a:t>
            </a:r>
            <a:r>
              <a:rPr lang="en-US" altLang="ko-KR" dirty="0" smtClean="0"/>
              <a:t>, </a:t>
            </a:r>
            <a:r>
              <a:rPr lang="ko-KR" altLang="en-US" dirty="0" smtClean="0"/>
              <a:t>좋아요 받을 때 포인트 누적 합계</a:t>
            </a:r>
            <a:endParaRPr lang="en-US" altLang="ko-KR" dirty="0" smtClean="0"/>
          </a:p>
          <a:p>
            <a:r>
              <a:rPr lang="ko-KR" altLang="en-US" dirty="0" smtClean="0"/>
              <a:t>회원 계급 등으로 표현</a:t>
            </a:r>
            <a:endParaRPr lang="en-US" altLang="ko-KR" dirty="0" smtClean="0"/>
          </a:p>
          <a:p>
            <a:r>
              <a:rPr lang="ko-KR" altLang="en-US" dirty="0" smtClean="0"/>
              <a:t>예시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네이버 카페 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9835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224</Words>
  <Application>Microsoft Office PowerPoint</Application>
  <PresentationFormat>와이드스크린</PresentationFormat>
  <Paragraphs>74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Arial Black</vt:lpstr>
      <vt:lpstr>Franklin Gothic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</dc:creator>
  <cp:lastModifiedBy>a</cp:lastModifiedBy>
  <cp:revision>10</cp:revision>
  <dcterms:created xsi:type="dcterms:W3CDTF">2023-03-07T01:48:32Z</dcterms:created>
  <dcterms:modified xsi:type="dcterms:W3CDTF">2023-03-07T03:26:10Z</dcterms:modified>
</cp:coreProperties>
</file>